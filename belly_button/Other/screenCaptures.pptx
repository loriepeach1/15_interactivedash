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643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2F4AA-321B-44D1-8D02-0A05D52110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E3ED5B-9878-480E-A548-9093D33146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47E89A-B94E-4164-B4A4-C525B8301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189A0-F547-4C8C-8823-3663C44A2F4C}" type="datetimeFigureOut">
              <a:rPr lang="en-US" smtClean="0"/>
              <a:t>6/11/2019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92B08-2E7E-47A6-8174-5B95BA1A7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147F46-995F-4059-9AF0-6B5BBD06D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938D26-5B14-4D7E-81BE-11EE802966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318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080B0-2382-4F80-BC60-D398F4DE5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25807C-9D0D-4B2A-843B-6B3A34D4EB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89358B-73E1-47BD-A13E-2C7F955AA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189A0-F547-4C8C-8823-3663C44A2F4C}" type="datetimeFigureOut">
              <a:rPr lang="en-US" smtClean="0"/>
              <a:t>6/11/2019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02E390-51B4-495C-9650-941B5D00C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0212F7-6A66-44A6-826C-89240EAA2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938D26-5B14-4D7E-81BE-11EE802966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2200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52A94-5646-4E63-8DDB-32518C515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DDC02-57B1-4693-98BD-C9D046053B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C6876A-59CA-435F-A5DE-C5F39D2EEB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189A0-F547-4C8C-8823-3663C44A2F4C}" type="datetimeFigureOut">
              <a:rPr lang="en-US" smtClean="0"/>
              <a:t>6/11/2019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BCE6B6-62FC-4BEE-9C9C-628467344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150143-D00D-41B0-BCC0-B8D39B88A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938D26-5B14-4D7E-81BE-11EE802966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4301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43658-4DA7-4312-AFEE-06859C463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22359E-1AF6-46E7-903F-11F9C84342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46031D-3A2A-4397-9ED5-B48A8381D4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87DEAB-413C-4AB5-91A7-1BF68801A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189A0-F547-4C8C-8823-3663C44A2F4C}" type="datetimeFigureOut">
              <a:rPr lang="en-US" smtClean="0"/>
              <a:t>6/11/2019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2AC960-4783-46A6-84C1-F720FC4C2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FBC320-D09E-4E7C-B8BF-65FA3DE7E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938D26-5B14-4D7E-81BE-11EE802966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118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0B015-3CCC-443C-8FA6-88FF7A5F6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D7F137-724A-408D-ACED-A207579E8D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517A7F-22FC-4B32-B5BD-7251AB9D96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3F7F4A-9697-4C3C-A554-7372911F06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15FDA3-20A3-4A72-968F-3AE943B282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2D00057-C52A-4496-B57F-CE493FF24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189A0-F547-4C8C-8823-3663C44A2F4C}" type="datetimeFigureOut">
              <a:rPr lang="en-US" smtClean="0"/>
              <a:t>6/11/2019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2D2933-F73F-466A-BCBA-C3659F46D9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45466D8-9401-4740-BC43-F5C539F03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938D26-5B14-4D7E-81BE-11EE802966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1056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8E016-C0EF-41CD-B15A-E2B4034A8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F8AD64-9F53-454F-B4A2-80DF7DD34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189A0-F547-4C8C-8823-3663C44A2F4C}" type="datetimeFigureOut">
              <a:rPr lang="en-US" smtClean="0"/>
              <a:t>6/11/2019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76A2B5-E043-413E-B6DA-48274CFD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9E3B4B-A6AF-43A5-9151-9AD356B8A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938D26-5B14-4D7E-81BE-11EE802966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7081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138965-B7DD-4F08-89E7-C83689B53D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189A0-F547-4C8C-8823-3663C44A2F4C}" type="datetimeFigureOut">
              <a:rPr lang="en-US" smtClean="0"/>
              <a:t>6/11/2019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42B610-822C-4C3C-8B71-B71C0F437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BD89FD-C470-45BA-8850-983B635B9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938D26-5B14-4D7E-81BE-11EE802966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948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BF4FF-88D8-45CF-B319-47D42CD67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79B69-7760-4379-B104-799B383684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6913F0-537D-42D4-A961-66B087D196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47DF9A-77EA-414A-A575-CD10A466A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189A0-F547-4C8C-8823-3663C44A2F4C}" type="datetimeFigureOut">
              <a:rPr lang="en-US" smtClean="0"/>
              <a:t>6/11/2019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514-1D1C-4C4C-BD00-7CF289024C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F5D6CF-C5DB-45BD-B9DF-56CE75E60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938D26-5B14-4D7E-81BE-11EE802966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7281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AEE90-DFEC-492A-AFA2-F8044CB80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6FAEB2-F9E1-4D34-AE9C-86176F10E0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87A3DD-87B0-4FF0-9ABF-0419E8FB1C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823175-FF12-4BD3-B5F2-21696FACF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189A0-F547-4C8C-8823-3663C44A2F4C}" type="datetimeFigureOut">
              <a:rPr lang="en-US" smtClean="0"/>
              <a:t>6/11/2019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EC0B11-8257-4387-BB6B-6665E077D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8EDC9E-CD7B-40E4-BAEE-EEB843677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938D26-5B14-4D7E-81BE-11EE802966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120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37517-A1D8-4D5D-84E3-773A8AD53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93DAFB-E183-4731-939C-4F8EED6408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852B4-B15D-47CB-A8F3-D1F6DCC65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189A0-F547-4C8C-8823-3663C44A2F4C}" type="datetimeFigureOut">
              <a:rPr lang="en-US" smtClean="0"/>
              <a:t>6/11/2019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B34BD5-5109-4614-BC2E-41886A5F6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424FCA-AD01-459A-A7ED-1DEBE9653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938D26-5B14-4D7E-81BE-11EE802966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4663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83333F-92AC-4B8A-8B16-A52380437A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D9A5B2-D47D-43DD-B4B8-710DBF2CEA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BE2283-5B2E-494F-9650-3304379F1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189A0-F547-4C8C-8823-3663C44A2F4C}" type="datetimeFigureOut">
              <a:rPr lang="en-US" smtClean="0"/>
              <a:t>6/11/2019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43E3B1-2C01-4DB6-BB47-D9ED6EA84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07B383-0F63-4120-9DEF-100F4B592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938D26-5B14-4D7E-81BE-11EE802966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7663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DF1AA0-156A-4EFC-A8DC-A3863EA88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A38DD5-B08F-40B2-BC43-C1BD1293BA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63388D-F8DF-4EB9-9B07-1897695D3D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C189A0-F547-4C8C-8823-3663C44A2F4C}" type="datetimeFigureOut">
              <a:rPr lang="en-US" smtClean="0"/>
              <a:t>6/11/2019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25B4D6-5B52-4365-914A-22741E3D42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C4F7DB-AA44-43B3-826A-F60DD8C598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938D26-5B14-4D7E-81BE-11EE802966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658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lgbellydash.herokuapp.com/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F9DAD2-CF2A-45F7-8304-DCA0E7073A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80" y="868461"/>
            <a:ext cx="7567821" cy="464912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02BCCCC-84B2-44A0-ACE4-224C03DACE2D}"/>
              </a:ext>
            </a:extLst>
          </p:cNvPr>
          <p:cNvSpPr txBox="1"/>
          <p:nvPr/>
        </p:nvSpPr>
        <p:spPr>
          <a:xfrm>
            <a:off x="298580" y="353961"/>
            <a:ext cx="11635273" cy="369332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Screen At Initial Launch - localhost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4BB0654-C62C-4E30-AE3A-373559E852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7079" y="2939845"/>
            <a:ext cx="6338892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3248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02BCCCC-84B2-44A0-ACE4-224C03DACE2D}"/>
              </a:ext>
            </a:extLst>
          </p:cNvPr>
          <p:cNvSpPr txBox="1"/>
          <p:nvPr/>
        </p:nvSpPr>
        <p:spPr>
          <a:xfrm>
            <a:off x="298580" y="353961"/>
            <a:ext cx="11635273" cy="369332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Search via the ‘Select Sample’ dropdown - localhost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610FE08-718C-4633-8164-76716CE640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672" y="1000722"/>
            <a:ext cx="9302656" cy="5631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8352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874937E-A72B-40D3-90ED-FB2139C1ABBF}"/>
              </a:ext>
            </a:extLst>
          </p:cNvPr>
          <p:cNvSpPr txBox="1"/>
          <p:nvPr/>
        </p:nvSpPr>
        <p:spPr>
          <a:xfrm>
            <a:off x="298580" y="353961"/>
            <a:ext cx="11635273" cy="369332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Heroku Deployment </a:t>
            </a:r>
            <a:r>
              <a:rPr lang="en-US">
                <a:solidFill>
                  <a:schemeClr val="bg1"/>
                </a:solidFill>
              </a:rPr>
              <a:t>appears successful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5BB34B-943B-41D4-A653-F45DA10B0F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8726" y="1242606"/>
            <a:ext cx="6378603" cy="43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820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874937E-A72B-40D3-90ED-FB2139C1ABBF}"/>
              </a:ext>
            </a:extLst>
          </p:cNvPr>
          <p:cNvSpPr txBox="1"/>
          <p:nvPr/>
        </p:nvSpPr>
        <p:spPr>
          <a:xfrm>
            <a:off x="298580" y="353961"/>
            <a:ext cx="11635273" cy="369332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Issues with viewing on Heroku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8584B65-D3E9-4787-AE25-F5A7422892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455" y="1019724"/>
            <a:ext cx="8858865" cy="481855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1577E2C-7912-4CD1-AD26-C4999BF26501}"/>
              </a:ext>
            </a:extLst>
          </p:cNvPr>
          <p:cNvSpPr txBox="1"/>
          <p:nvPr/>
        </p:nvSpPr>
        <p:spPr>
          <a:xfrm>
            <a:off x="7764314" y="6011462"/>
            <a:ext cx="4169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URL = </a:t>
            </a:r>
            <a:r>
              <a:rPr lang="en-US" dirty="0">
                <a:hlinkClick r:id="rId3"/>
              </a:rPr>
              <a:t>https://lgbellydash.herokuapp.com/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37560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16BCCC4-A21B-4E3B-A686-ACE7D34B8A58}"/>
              </a:ext>
            </a:extLst>
          </p:cNvPr>
          <p:cNvSpPr txBox="1"/>
          <p:nvPr/>
        </p:nvSpPr>
        <p:spPr>
          <a:xfrm>
            <a:off x="298580" y="353961"/>
            <a:ext cx="11635273" cy="369332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Page 1 of 3 – Per the console, the </a:t>
            </a:r>
            <a:r>
              <a:rPr lang="en-US" b="1" i="1" dirty="0">
                <a:solidFill>
                  <a:schemeClr val="bg1"/>
                </a:solidFill>
              </a:rPr>
              <a:t>samples</a:t>
            </a:r>
            <a:r>
              <a:rPr lang="en-US" dirty="0">
                <a:solidFill>
                  <a:schemeClr val="bg1"/>
                </a:solidFill>
              </a:rPr>
              <a:t> table exists: </a:t>
            </a:r>
            <a:r>
              <a:rPr lang="en-US" dirty="0"/>
              <a:t>$  </a:t>
            </a:r>
            <a:r>
              <a:rPr lang="en-US" b="1" i="1" dirty="0" err="1"/>
              <a:t>heroku</a:t>
            </a:r>
            <a:r>
              <a:rPr lang="en-US" b="1" i="1" dirty="0"/>
              <a:t> logs --tail</a:t>
            </a:r>
            <a:endParaRPr lang="en-US" b="1" i="1" dirty="0">
              <a:solidFill>
                <a:schemeClr val="bg1"/>
              </a:solidFill>
            </a:endParaRPr>
          </a:p>
        </p:txBody>
      </p:sp>
      <p:pic>
        <p:nvPicPr>
          <p:cNvPr id="1026" name="Picture 2" descr="C:\Users\lorig\AppData\Local\Temp\SNAGHTML17d252e.PNG">
            <a:extLst>
              <a:ext uri="{FF2B5EF4-FFF2-40B4-BE49-F238E27FC236}">
                <a16:creationId xmlns:a16="http://schemas.microsoft.com/office/drawing/2014/main" id="{E22E3339-BCA7-443B-9A1A-AB4B2E66F2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8063" y="1051361"/>
            <a:ext cx="6676615" cy="55159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2997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5889DF7-581F-4795-A17A-4AC0B4BA6D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8527" y="615687"/>
            <a:ext cx="9879486" cy="607877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EB5A4FD-6BB3-4926-A6C5-3424E7C29A89}"/>
              </a:ext>
            </a:extLst>
          </p:cNvPr>
          <p:cNvSpPr txBox="1"/>
          <p:nvPr/>
        </p:nvSpPr>
        <p:spPr>
          <a:xfrm>
            <a:off x="298580" y="353961"/>
            <a:ext cx="11635273" cy="369332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Page 2 of 3 - View the issues via this command entry: </a:t>
            </a:r>
            <a:r>
              <a:rPr lang="en-US" dirty="0"/>
              <a:t>$  </a:t>
            </a:r>
            <a:r>
              <a:rPr lang="en-US" b="1" i="1" dirty="0" err="1"/>
              <a:t>heroku</a:t>
            </a:r>
            <a:r>
              <a:rPr lang="en-US" b="1" i="1" dirty="0"/>
              <a:t> logs --tail</a:t>
            </a:r>
            <a:endParaRPr lang="en-US" b="1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10181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EC4523B-54F2-49E8-BE08-EEE52B8870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104998"/>
            <a:ext cx="10120604" cy="2320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24DEF79-91AA-40B9-B558-05BFDAE56C81}"/>
              </a:ext>
            </a:extLst>
          </p:cNvPr>
          <p:cNvSpPr txBox="1"/>
          <p:nvPr/>
        </p:nvSpPr>
        <p:spPr>
          <a:xfrm>
            <a:off x="298580" y="353961"/>
            <a:ext cx="11635273" cy="369332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Page 3 of 3 - View the issues via this command entry: </a:t>
            </a:r>
            <a:r>
              <a:rPr lang="en-US" dirty="0"/>
              <a:t>$  </a:t>
            </a:r>
            <a:r>
              <a:rPr lang="en-US" b="1" i="1" dirty="0" err="1"/>
              <a:t>heroku</a:t>
            </a:r>
            <a:r>
              <a:rPr lang="en-US" b="1" i="1" dirty="0"/>
              <a:t> logs --tail</a:t>
            </a:r>
            <a:endParaRPr lang="en-US" b="1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18216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90</Words>
  <Application>Microsoft Office PowerPoint</Application>
  <PresentationFormat>Widescreen</PresentationFormat>
  <Paragraphs>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Grant, Lorie</dc:creator>
  <cp:lastModifiedBy>Grant, Lorie</cp:lastModifiedBy>
  <cp:revision>10</cp:revision>
  <dcterms:created xsi:type="dcterms:W3CDTF">2019-06-09T17:58:54Z</dcterms:created>
  <dcterms:modified xsi:type="dcterms:W3CDTF">2019-06-12T03:46:16Z</dcterms:modified>
</cp:coreProperties>
</file>