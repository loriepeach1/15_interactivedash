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9" r:id="rId4"/>
    <p:sldId id="270" r:id="rId5"/>
    <p:sldId id="271" r:id="rId6"/>
    <p:sldId id="272" r:id="rId7"/>
    <p:sldId id="258" r:id="rId8"/>
    <p:sldId id="259" r:id="rId9"/>
    <p:sldId id="264" r:id="rId10"/>
    <p:sldId id="263" r:id="rId11"/>
    <p:sldId id="261" r:id="rId12"/>
    <p:sldId id="262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2F4AA-321B-44D1-8D02-0A05D52110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E3ED5B-9878-480E-A548-9093D33146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7E89A-B94E-4164-B4A4-C525B8301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92B08-2E7E-47A6-8174-5B95BA1A7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147F46-995F-4059-9AF0-6B5BBD06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318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080B0-2382-4F80-BC60-D398F4DE5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5807C-9D0D-4B2A-843B-6B3A34D4E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9358B-73E1-47BD-A13E-2C7F955AA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2E390-51B4-495C-9650-941B5D00C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12F7-6A66-44A6-826C-89240EAA2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20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52A94-5646-4E63-8DDB-32518C515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DDC02-57B1-4693-98BD-C9D046053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6876A-59CA-435F-A5DE-C5F39D2E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BCE6B6-62FC-4BEE-9C9C-62846734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50143-D00D-41B0-BCC0-B8D39B88A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30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43658-4DA7-4312-AFEE-06859C463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2359E-1AF6-46E7-903F-11F9C84342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6031D-3A2A-4397-9ED5-B48A8381D4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87DEAB-413C-4AB5-91A7-1BF68801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2AC960-4783-46A6-84C1-F720FC4C2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BC320-D09E-4E7C-B8BF-65FA3DE7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18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0B015-3CCC-443C-8FA6-88FF7A5F6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D7F137-724A-408D-ACED-A207579E8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517A7F-22FC-4B32-B5BD-7251AB9D96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3F7F4A-9697-4C3C-A554-7372911F06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5FDA3-20A3-4A72-968F-3AE943B282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D00057-C52A-4496-B57F-CE493FF24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2D2933-F73F-466A-BCBA-C3659F46D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5466D8-9401-4740-BC43-F5C539F03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105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8E016-C0EF-41CD-B15A-E2B4034A8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8AD64-9F53-454F-B4A2-80DF7DD3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6A2B5-E043-413E-B6DA-48274CFD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E3B4B-A6AF-43A5-9151-9AD356B8A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7081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38965-B7DD-4F08-89E7-C83689B53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42B610-822C-4C3C-8B71-B71C0F437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BD89FD-C470-45BA-8850-983B635B9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48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BF4FF-88D8-45CF-B319-47D42CD6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79B69-7760-4379-B104-799B38368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6913F0-537D-42D4-A961-66B087D196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7DF9A-77EA-414A-A575-CD10A466A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514-1D1C-4C4C-BD00-7CF289024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F5D6CF-C5DB-45BD-B9DF-56CE75E60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728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EE90-DFEC-492A-AFA2-F8044CB80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6FAEB2-F9E1-4D34-AE9C-86176F10E0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87A3DD-87B0-4FF0-9ABF-0419E8FB1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23175-FF12-4BD3-B5F2-21696FACF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EC0B11-8257-4387-BB6B-6665E077D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8EDC9E-CD7B-40E4-BAEE-EEB843677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120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37517-A1D8-4D5D-84E3-773A8AD53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93DAFB-E183-4731-939C-4F8EED640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852B4-B15D-47CB-A8F3-D1F6DCC65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34BD5-5109-4614-BC2E-41886A5F6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24FCA-AD01-459A-A7ED-1DEBE9653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6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83333F-92AC-4B8A-8B16-A52380437A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D9A5B2-D47D-43DD-B4B8-710DBF2CEA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E2283-5B2E-494F-9650-3304379F1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3E3B1-2C01-4DB6-BB47-D9ED6EA84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7B383-0F63-4120-9DEF-100F4B592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766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DF1AA0-156A-4EFC-A8DC-A3863EA88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A38DD5-B08F-40B2-BC43-C1BD1293B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63388D-F8DF-4EB9-9B07-1897695D3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189A0-F547-4C8C-8823-3663C44A2F4C}" type="datetimeFigureOut">
              <a:rPr lang="en-US" smtClean="0"/>
              <a:t>6/13/2019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5B4D6-5B52-4365-914A-22741E3D42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C4F7DB-AA44-43B3-826A-F60DD8C598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38D26-5B14-4D7E-81BE-11EE802966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658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lgbiodiv.herokuapp.com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tackoverflow.com/questions/56158266/sqlite3-operationalerror-no-such-table-on-heroku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lorie-viz-day-100.herokuapp.com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2F9DAD2-CF2A-45F7-8304-DCA0E7073A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80" y="868461"/>
            <a:ext cx="7567821" cy="4649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Screen At Initial Launch - localhost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BB0654-C62C-4E30-AE3A-373559E85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079" y="2939845"/>
            <a:ext cx="6338892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324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Search via the ‘Select Sample’ dropdown - localhost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610FE08-718C-4633-8164-76716CE64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4672" y="1000722"/>
            <a:ext cx="9302656" cy="563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835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Localhost -   @</a:t>
            </a:r>
            <a:r>
              <a:rPr lang="en-US" dirty="0" err="1">
                <a:solidFill>
                  <a:schemeClr val="bg1"/>
                </a:solidFill>
              </a:rPr>
              <a:t>app.route</a:t>
            </a:r>
            <a:r>
              <a:rPr lang="en-US" dirty="0">
                <a:solidFill>
                  <a:schemeClr val="bg1"/>
                </a:solidFill>
              </a:rPr>
              <a:t>("/names")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C5C900-7071-4A09-B2F7-91CA8D222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9531" y="1390473"/>
            <a:ext cx="7132938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4500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Localhost -   @</a:t>
            </a:r>
            <a:r>
              <a:rPr lang="en-US" dirty="0" err="1">
                <a:solidFill>
                  <a:schemeClr val="bg1"/>
                </a:solidFill>
              </a:rPr>
              <a:t>app.route</a:t>
            </a:r>
            <a:r>
              <a:rPr lang="en-US" dirty="0">
                <a:solidFill>
                  <a:schemeClr val="bg1"/>
                </a:solidFill>
              </a:rPr>
              <a:t>("/</a:t>
            </a:r>
            <a:r>
              <a:rPr lang="en-US" dirty="0" err="1">
                <a:solidFill>
                  <a:schemeClr val="bg1"/>
                </a:solidFill>
              </a:rPr>
              <a:t>otu</a:t>
            </a:r>
            <a:r>
              <a:rPr lang="en-US" dirty="0">
                <a:solidFill>
                  <a:schemeClr val="bg1"/>
                </a:solidFill>
              </a:rPr>
              <a:t>")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47897A-E5C6-470E-8257-63B67B1F8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274" y="1255510"/>
            <a:ext cx="8207451" cy="5410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842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Localhost -   @</a:t>
            </a:r>
            <a:r>
              <a:rPr lang="en-US" dirty="0" err="1">
                <a:solidFill>
                  <a:schemeClr val="bg1"/>
                </a:solidFill>
              </a:rPr>
              <a:t>app.route</a:t>
            </a:r>
            <a:r>
              <a:rPr lang="en-US" dirty="0">
                <a:solidFill>
                  <a:schemeClr val="bg1"/>
                </a:solidFill>
              </a:rPr>
              <a:t>("/metadata")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C17CA-AC01-403F-BD71-70E213B98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720" y="968604"/>
            <a:ext cx="8532560" cy="572677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3B9FF34-F0F3-4FA8-B08C-DDA074294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2120" y="1121004"/>
            <a:ext cx="8532560" cy="5726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01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02BCCCC-84B2-44A0-ACE4-224C03DACE2D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Localhost -   @</a:t>
            </a:r>
            <a:r>
              <a:rPr lang="en-US" dirty="0" err="1">
                <a:solidFill>
                  <a:schemeClr val="bg1"/>
                </a:solidFill>
              </a:rPr>
              <a:t>app.route</a:t>
            </a:r>
            <a:r>
              <a:rPr lang="en-US" dirty="0">
                <a:solidFill>
                  <a:schemeClr val="bg1"/>
                </a:solidFill>
              </a:rPr>
              <a:t>("/metadata/&lt;sample&gt;")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BF9010-9AD2-44B8-81F6-85B664346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07" y="2118246"/>
            <a:ext cx="5601185" cy="26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519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74937E-A72B-40D3-90ED-FB2139C1ABBF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Heroku Deployment appears successful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D9C958-2100-486F-AD26-4FB3911AF061}"/>
              </a:ext>
            </a:extLst>
          </p:cNvPr>
          <p:cNvSpPr txBox="1"/>
          <p:nvPr/>
        </p:nvSpPr>
        <p:spPr>
          <a:xfrm>
            <a:off x="2668555" y="2304661"/>
            <a:ext cx="46186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did not take a screen image; however, there were no errors.</a:t>
            </a:r>
          </a:p>
        </p:txBody>
      </p:sp>
    </p:spTree>
    <p:extLst>
      <p:ext uri="{BB962C8B-B14F-4D97-AF65-F5344CB8AC3E}">
        <p14:creationId xmlns:p14="http://schemas.microsoft.com/office/powerpoint/2010/main" val="339482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74937E-A72B-40D3-90ED-FB2139C1ABBF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Issues with viewing on Heroku – no data.  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577E2C-7912-4CD1-AD26-C4999BF26501}"/>
              </a:ext>
            </a:extLst>
          </p:cNvPr>
          <p:cNvSpPr txBox="1"/>
          <p:nvPr/>
        </p:nvSpPr>
        <p:spPr>
          <a:xfrm>
            <a:off x="7652347" y="6011462"/>
            <a:ext cx="3837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URL = </a:t>
            </a:r>
            <a:r>
              <a:rPr lang="en-US" dirty="0">
                <a:hlinkClick r:id="rId2"/>
              </a:rPr>
              <a:t>https://lgbiodiv.herokuapp.com/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FBF97-4ACF-4F30-BB89-9F701159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310" y="850697"/>
            <a:ext cx="9252857" cy="503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5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BCCC4-A21B-4E3B-A686-ACE7D34B8A58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Confirmed the ‘samples’ table exists  (Part of app.py)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3A91483-9ACF-463B-BB9D-A51E8C1B4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883" y="1261595"/>
            <a:ext cx="8390347" cy="31778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9116141-4C55-42CB-8440-73D4002B6EAE}"/>
              </a:ext>
            </a:extLst>
          </p:cNvPr>
          <p:cNvSpPr/>
          <p:nvPr/>
        </p:nvSpPr>
        <p:spPr>
          <a:xfrm>
            <a:off x="665583" y="4580742"/>
            <a:ext cx="10860833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# Heroku cannot find the samples table (see following screens for the detailed error).   This article looks like my issue, but I do not understand this part:</a:t>
            </a:r>
          </a:p>
          <a:p>
            <a:endParaRPr lang="en-US" dirty="0"/>
          </a:p>
          <a:p>
            <a:pPr lvl="1"/>
            <a:r>
              <a:rPr lang="en-US" i="1" dirty="0"/>
              <a:t>You'll have to commit your database file on your local development machine and push that commit to Heroku</a:t>
            </a:r>
            <a:r>
              <a:rPr lang="en-US" dirty="0"/>
              <a:t>. 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# </a:t>
            </a:r>
            <a:r>
              <a:rPr lang="en-US" dirty="0">
                <a:hlinkClick r:id="rId3"/>
              </a:rPr>
              <a:t>https://stackoverflow.com/questions/56158266/sqlite3-operationalerror-no-such-table-on-heroku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633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16BCCC4-A21B-4E3B-A686-ACE7D34B8A58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Page 1 of 3 – Heroku error logs indicate the ‘samples’ table does not exist: </a:t>
            </a:r>
            <a:r>
              <a:rPr lang="en-US" dirty="0"/>
              <a:t>$  </a:t>
            </a:r>
            <a:r>
              <a:rPr lang="en-US" b="1" i="1" dirty="0" err="1"/>
              <a:t>heroku</a:t>
            </a:r>
            <a:r>
              <a:rPr lang="en-US" b="1" i="1" dirty="0"/>
              <a:t> logs --tail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3EDF9E-248B-4C53-A030-ABFA42DC5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386" y="723293"/>
            <a:ext cx="10659551" cy="6063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929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B5A4FD-6BB3-4926-A6C5-3424E7C29A89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Page 2 of 3 - View the issues via this command entry: </a:t>
            </a:r>
            <a:r>
              <a:rPr lang="en-US" dirty="0"/>
              <a:t>$  </a:t>
            </a:r>
            <a:r>
              <a:rPr lang="en-US" b="1" i="1" dirty="0" err="1"/>
              <a:t>heroku</a:t>
            </a:r>
            <a:r>
              <a:rPr lang="en-US" b="1" i="1" dirty="0"/>
              <a:t> logs --tail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119FCE-FA5F-4332-9312-2B6AD6F0D9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29" y="806739"/>
            <a:ext cx="10294374" cy="577882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05DC1B5-D065-435A-8CEC-153A8899B42E}"/>
              </a:ext>
            </a:extLst>
          </p:cNvPr>
          <p:cNvSpPr/>
          <p:nvPr/>
        </p:nvSpPr>
        <p:spPr>
          <a:xfrm>
            <a:off x="619432" y="5365102"/>
            <a:ext cx="7344697" cy="642408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18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DEF79-91AA-40B9-B558-05BFDAE56C81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Page 3 of 3 - View the issues via this command entry: </a:t>
            </a:r>
            <a:r>
              <a:rPr lang="en-US" dirty="0"/>
              <a:t>$  </a:t>
            </a:r>
            <a:r>
              <a:rPr lang="en-US" b="1" i="1" dirty="0" err="1"/>
              <a:t>heroku</a:t>
            </a:r>
            <a:r>
              <a:rPr lang="en-US" b="1" i="1" dirty="0"/>
              <a:t> logs --tail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178004-58D0-4D96-A025-E2AF52437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424" y="822466"/>
            <a:ext cx="10391192" cy="5831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21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DEF79-91AA-40B9-B558-05BFDAE56C81}"/>
              </a:ext>
            </a:extLst>
          </p:cNvPr>
          <p:cNvSpPr txBox="1"/>
          <p:nvPr/>
        </p:nvSpPr>
        <p:spPr>
          <a:xfrm>
            <a:off x="298580" y="353961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Successful Deployment of Pet Pal, page 1 of 3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ECA6D2-330E-403C-9C08-4F2D8235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901" y="1511145"/>
            <a:ext cx="9103567" cy="499289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3542C5-C068-4D41-AFFD-6CD0E68AC8D2}"/>
              </a:ext>
            </a:extLst>
          </p:cNvPr>
          <p:cNvSpPr/>
          <p:nvPr/>
        </p:nvSpPr>
        <p:spPr>
          <a:xfrm>
            <a:off x="7839655" y="932553"/>
            <a:ext cx="4094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https://lorie-viz-day-100.herokuapp.com/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12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DEF79-91AA-40B9-B558-05BFDAE56C81}"/>
              </a:ext>
            </a:extLst>
          </p:cNvPr>
          <p:cNvSpPr txBox="1"/>
          <p:nvPr/>
        </p:nvSpPr>
        <p:spPr>
          <a:xfrm>
            <a:off x="278363" y="364760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Successful Deployment of Pet Pal, page 2 of 3 --   Enter Data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D783B3-EE5A-47D8-A293-62C7D3772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334" y="1548707"/>
            <a:ext cx="9346163" cy="457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9373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24DEF79-91AA-40B9-B558-05BFDAE56C81}"/>
              </a:ext>
            </a:extLst>
          </p:cNvPr>
          <p:cNvSpPr txBox="1"/>
          <p:nvPr/>
        </p:nvSpPr>
        <p:spPr>
          <a:xfrm>
            <a:off x="278363" y="364760"/>
            <a:ext cx="11635273" cy="369332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Successful Deployment of Pet Pal, page 3 of 3 --   View Data</a:t>
            </a:r>
            <a:endParaRPr lang="en-US" b="1" i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DA93E2-75A9-46D7-80E5-746F927F3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8162" y="1283109"/>
            <a:ext cx="7767743" cy="4685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956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259</Words>
  <Application>Microsoft Office PowerPoint</Application>
  <PresentationFormat>Widescreen</PresentationFormat>
  <Paragraphs>23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Grant, Lorie</dc:creator>
  <cp:lastModifiedBy>Grant, Lorie</cp:lastModifiedBy>
  <cp:revision>13</cp:revision>
  <dcterms:created xsi:type="dcterms:W3CDTF">2019-06-09T17:58:54Z</dcterms:created>
  <dcterms:modified xsi:type="dcterms:W3CDTF">2019-06-14T01:11:49Z</dcterms:modified>
</cp:coreProperties>
</file>